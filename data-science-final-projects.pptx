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64" r:id="rId8"/>
    <p:sldId id="265" r:id="rId9"/>
    <p:sldId id="266" r:id="rId10"/>
    <p:sldId id="267" r:id="rId11"/>
    <p:sldId id="268" r:id="rId12"/>
    <p:sldId id="261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94"/>
  </p:normalViewPr>
  <p:slideViewPr>
    <p:cSldViewPr snapToGrid="0">
      <p:cViewPr>
        <p:scale>
          <a:sx n="89" d="100"/>
          <a:sy n="89" d="100"/>
        </p:scale>
        <p:origin x="1976" y="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054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4244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4200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404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0381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6453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960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728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495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6093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768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76C9ED-68B5-024C-9605-8F26FFAEC05E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8598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70120-C613-A461-D76E-AB1D13242D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Predicting Star Types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44D89A-080B-1180-10EE-92E03003F83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By: Aiden Hammond, Sneha </a:t>
            </a:r>
            <a:r>
              <a:rPr lang="en-US" dirty="0" err="1"/>
              <a:t>Kummarapurugu</a:t>
            </a:r>
            <a:r>
              <a:rPr lang="en-US" dirty="0"/>
              <a:t>, Juan Hernandez</a:t>
            </a:r>
          </a:p>
        </p:txBody>
      </p:sp>
    </p:spTree>
    <p:extLst>
      <p:ext uri="{BB962C8B-B14F-4D97-AF65-F5344CB8AC3E}">
        <p14:creationId xmlns:p14="http://schemas.microsoft.com/office/powerpoint/2010/main" val="3189278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AD677-4782-7492-D832-AF5E12188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863" y="430924"/>
            <a:ext cx="11517805" cy="860151"/>
          </a:xfrm>
          <a:noFill/>
        </p:spPr>
        <p:txBody>
          <a:bodyPr>
            <a:normAutofit fontScale="90000"/>
          </a:bodyPr>
          <a:lstStyle/>
          <a:p>
            <a:r>
              <a:rPr lang="en-US" b="1" u="sng" dirty="0"/>
              <a:t>Our Objective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BF81E1-9E29-5FF7-132A-D8EA52751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545021"/>
            <a:ext cx="10515600" cy="4487917"/>
          </a:xfrm>
        </p:spPr>
        <p:txBody>
          <a:bodyPr anchor="ctr"/>
          <a:lstStyle/>
          <a:p>
            <a:pPr algn="just"/>
            <a:r>
              <a:rPr lang="en-US" sz="3600" dirty="0"/>
              <a:t>The goal of this project is to use the key stellar features to build and evaluate classification models that predict a star's type into one of the target labels. The target labels for prediction are: Red Dwarf, Brown Dwarf, White Dwarf, Main Sequence, </a:t>
            </a:r>
            <a:r>
              <a:rPr lang="en-US" sz="3600" dirty="0" err="1"/>
              <a:t>Supergiants</a:t>
            </a:r>
            <a:r>
              <a:rPr lang="en-US" sz="3600" dirty="0"/>
              <a:t>, and Hypergiants.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42528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7C1C5-2FA2-2E71-1AF9-2DFF75EA8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Exploratory Analysis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E65451-7F0B-0DC9-626B-AAFBDFFF37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9468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3C611-88F6-CF17-FCA3-B9AC30C15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Predicting Star Types using the Decision Tree model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70D355-73DE-53C3-FC59-AF6AF3B4C9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3786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031FD-CC01-AF3F-91D8-C8977338A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Predicting Star Types using K-Nearest Neighbor model (KNN)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057B9-C75F-5F81-D8A7-0B9D288167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75141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232782-94D6-3226-49ED-8CF6B5D0D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Code</a:t>
            </a:r>
          </a:p>
        </p:txBody>
      </p:sp>
      <p:pic>
        <p:nvPicPr>
          <p:cNvPr id="6" name="Content Placeholder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86D0587C-6590-4605-1667-9AF0D626A8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33395" y="356641"/>
            <a:ext cx="5092561" cy="5003441"/>
          </a:xfrm>
          <a:prstGeom prst="rect">
            <a:avLst/>
          </a:prstGeom>
        </p:spPr>
      </p:pic>
      <p:pic>
        <p:nvPicPr>
          <p:cNvPr id="8" name="Picture 7" descr="A white background with red and green text&#10;&#10;AI-generated content may be incorrect.">
            <a:extLst>
              <a:ext uri="{FF2B5EF4-FFF2-40B4-BE49-F238E27FC236}">
                <a16:creationId xmlns:a16="http://schemas.microsoft.com/office/drawing/2014/main" id="{246DB88E-5C4F-B119-AE99-42C704AE07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3395" y="5360082"/>
            <a:ext cx="5092561" cy="676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8192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6523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shot of a graph&#10;&#10;AI-generated content may be incorrect.">
            <a:extLst>
              <a:ext uri="{FF2B5EF4-FFF2-40B4-BE49-F238E27FC236}">
                <a16:creationId xmlns:a16="http://schemas.microsoft.com/office/drawing/2014/main" id="{70504723-4847-B279-DB59-39EF153D1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917" y="643467"/>
            <a:ext cx="8346165" cy="5571066"/>
          </a:xfrm>
          <a:prstGeom prst="rect">
            <a:avLst/>
          </a:prstGeom>
        </p:spPr>
      </p:pic>
      <p:sp>
        <p:nvSpPr>
          <p:cNvPr id="4" name="AutoShape 2">
            <a:extLst>
              <a:ext uri="{FF2B5EF4-FFF2-40B4-BE49-F238E27FC236}">
                <a16:creationId xmlns:a16="http://schemas.microsoft.com/office/drawing/2014/main" id="{69A3A004-2FCC-A839-4F4D-82CD19D0475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564524" y="-102476"/>
            <a:ext cx="3683876" cy="3683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4">
            <a:extLst>
              <a:ext uri="{FF2B5EF4-FFF2-40B4-BE49-F238E27FC236}">
                <a16:creationId xmlns:a16="http://schemas.microsoft.com/office/drawing/2014/main" id="{3DA6D3CD-0363-BB44-5B18-5AE58A0421C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7268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A0D0AB7-2806-F5F3-AB0D-DAE25B3E49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927" y="182416"/>
            <a:ext cx="5708073" cy="3187696"/>
          </a:xfrm>
          <a:prstGeom prst="rect">
            <a:avLst/>
          </a:prstGeom>
          <a:ln>
            <a:solidFill>
              <a:srgbClr val="7030A0"/>
            </a:solidFill>
            <a:prstDash val="lgDash"/>
          </a:ln>
        </p:spPr>
      </p:pic>
      <p:pic>
        <p:nvPicPr>
          <p:cNvPr id="8" name="Picture 7" descr="A blue and white graph&#10;&#10;AI-generated content may be incorrect.">
            <a:extLst>
              <a:ext uri="{FF2B5EF4-FFF2-40B4-BE49-F238E27FC236}">
                <a16:creationId xmlns:a16="http://schemas.microsoft.com/office/drawing/2014/main" id="{67A3B431-8199-64B7-B948-B245CCB6FB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9684" y="182416"/>
            <a:ext cx="4535626" cy="3023752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10" name="Picture 9" descr="A diagram of a graph&#10;&#10;AI-generated content may be incorrect.">
            <a:extLst>
              <a:ext uri="{FF2B5EF4-FFF2-40B4-BE49-F238E27FC236}">
                <a16:creationId xmlns:a16="http://schemas.microsoft.com/office/drawing/2014/main" id="{9AE9C298-A721-DA02-D62C-A3BF0E745F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9684" y="3560627"/>
            <a:ext cx="4535626" cy="3023751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31A4306-79BD-7FBC-2973-91B4FF8600D1}"/>
              </a:ext>
            </a:extLst>
          </p:cNvPr>
          <p:cNvSpPr txBox="1"/>
          <p:nvPr/>
        </p:nvSpPr>
        <p:spPr>
          <a:xfrm>
            <a:off x="387928" y="3985170"/>
            <a:ext cx="5708072" cy="1938992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Initial Experiment with K=5 with split train/test (80/20)</a:t>
            </a:r>
          </a:p>
        </p:txBody>
      </p:sp>
    </p:spTree>
    <p:extLst>
      <p:ext uri="{BB962C8B-B14F-4D97-AF65-F5344CB8AC3E}">
        <p14:creationId xmlns:p14="http://schemas.microsoft.com/office/powerpoint/2010/main" val="27438767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table of numbers and letters&#10;&#10;AI-generated content may be incorrect.">
            <a:extLst>
              <a:ext uri="{FF2B5EF4-FFF2-40B4-BE49-F238E27FC236}">
                <a16:creationId xmlns:a16="http://schemas.microsoft.com/office/drawing/2014/main" id="{DE0FE3D7-838F-70A0-7E5E-569460B2FB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817" y="64294"/>
            <a:ext cx="3545251" cy="6729412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7" name="Picture 6" descr="A table of numbers and a train&#10;&#10;AI-generated content may be incorrect.">
            <a:extLst>
              <a:ext uri="{FF2B5EF4-FFF2-40B4-BE49-F238E27FC236}">
                <a16:creationId xmlns:a16="http://schemas.microsoft.com/office/drawing/2014/main" id="{7D838CB4-2840-A484-8589-F92CA9501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0579" y="100727"/>
            <a:ext cx="3545251" cy="669298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C5AEC4A-D94A-6DB4-816B-D59BC171CAA1}"/>
              </a:ext>
            </a:extLst>
          </p:cNvPr>
          <p:cNvSpPr txBox="1"/>
          <p:nvPr/>
        </p:nvSpPr>
        <p:spPr>
          <a:xfrm>
            <a:off x="7983216" y="1246614"/>
            <a:ext cx="3843338" cy="440120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Ran 94 experiments of KNN models with different K’s ranging from 1 to 94 to observe accuracy</a:t>
            </a:r>
          </a:p>
        </p:txBody>
      </p:sp>
    </p:spTree>
    <p:extLst>
      <p:ext uri="{BB962C8B-B14F-4D97-AF65-F5344CB8AC3E}">
        <p14:creationId xmlns:p14="http://schemas.microsoft.com/office/powerpoint/2010/main" val="395584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with blue and orange lines&#10;&#10;AI-generated content may be incorrect.">
            <a:extLst>
              <a:ext uri="{FF2B5EF4-FFF2-40B4-BE49-F238E27FC236}">
                <a16:creationId xmlns:a16="http://schemas.microsoft.com/office/drawing/2014/main" id="{4FBB33D3-EEA2-A3B9-64C6-F2F5942C4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584" y="220521"/>
            <a:ext cx="9952831" cy="6416957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893619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1BE3FA7-0D70-4431-814F-D8C40576EA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 descr="A blue and white graph&#10;&#10;AI-generated content may be incorrect.">
            <a:extLst>
              <a:ext uri="{FF2B5EF4-FFF2-40B4-BE49-F238E27FC236}">
                <a16:creationId xmlns:a16="http://schemas.microsoft.com/office/drawing/2014/main" id="{FFAF5CC4-22E4-93FF-04BE-FCFA432574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201" t="5223" r="14921" b="1"/>
          <a:stretch>
            <a:fillRect/>
          </a:stretch>
        </p:blipFill>
        <p:spPr>
          <a:xfrm>
            <a:off x="321732" y="857250"/>
            <a:ext cx="5668684" cy="5443557"/>
          </a:xfrm>
          <a:prstGeom prst="rect">
            <a:avLst/>
          </a:prstGeom>
        </p:spPr>
      </p:pic>
      <p:pic>
        <p:nvPicPr>
          <p:cNvPr id="3" name="Picture 2" descr="A blue and white graph&#10;&#10;AI-generated content may be incorrect.">
            <a:extLst>
              <a:ext uri="{FF2B5EF4-FFF2-40B4-BE49-F238E27FC236}">
                <a16:creationId xmlns:a16="http://schemas.microsoft.com/office/drawing/2014/main" id="{90A02793-AD4A-1FFC-67DF-0439B9976A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090" t="5224" r="14960" b="1"/>
          <a:stretch>
            <a:fillRect/>
          </a:stretch>
        </p:blipFill>
        <p:spPr>
          <a:xfrm>
            <a:off x="6195375" y="857249"/>
            <a:ext cx="5674893" cy="5443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1669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7A1A8-4A85-F450-47DC-087C273E2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65267-615A-BED3-41ED-79D3285D1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Predicting Star Types using the OPTICS model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AA43CF-7749-93AA-0369-FF98FCA8F8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2584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68</TotalTime>
  <Words>129</Words>
  <Application>Microsoft Macintosh PowerPoint</Application>
  <PresentationFormat>Widescreen</PresentationFormat>
  <Paragraphs>12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Times New Roman</vt:lpstr>
      <vt:lpstr>Office 2013 - 2022 Theme</vt:lpstr>
      <vt:lpstr>Predicting Star Types</vt:lpstr>
      <vt:lpstr>Our Objective</vt:lpstr>
      <vt:lpstr>Exploratory Analysis</vt:lpstr>
      <vt:lpstr>Predicting Star Types using the Decision Tree model</vt:lpstr>
      <vt:lpstr>Predicting Star Types using K-Nearest Neighbor model (KNN)</vt:lpstr>
      <vt:lpstr>Code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Predicting Star Types using the OPTICS model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Aiden Michael Hammond</dc:creator>
  <cp:lastModifiedBy>Juan Hernandez</cp:lastModifiedBy>
  <cp:revision>2</cp:revision>
  <dcterms:created xsi:type="dcterms:W3CDTF">2025-11-04T16:17:41Z</dcterms:created>
  <dcterms:modified xsi:type="dcterms:W3CDTF">2025-11-13T08:15:53Z</dcterms:modified>
</cp:coreProperties>
</file>
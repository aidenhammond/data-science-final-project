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6D4A0-2084-82A3-2AEE-2989DCEF0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8D7D84-E8BB-1B31-7765-D72198D9A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E4561-D50C-A13E-F85F-DED4C7D27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BED2A-8176-F212-88A0-0074D4F9E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88E3C-E316-1621-BD6E-C8C26B456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790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DB160-5AB2-CA18-6189-8FBDBBAB9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FA450-E8E7-8749-06A9-81A09E51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D3F72-5FD0-BBF9-374E-7BFE80FBF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28F0-7CAC-FCF8-8E21-4359B3D0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7E9EC4-084E-04A1-D521-8714D3D8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20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7D89-4C4E-CEAF-AA26-0E4BF550C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10E2E9-255F-C6C3-2426-2E7FB862F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F0A5E-6026-A392-5EA2-6C2034E72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0D84F-BC2D-E424-AF01-D1F44E20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AD833-3838-A9C0-C28F-67F2C7C80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54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BF821-160F-3E4B-0999-FBFE5665A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13B26-0A37-98A4-91FF-79A63BF79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78F38-A3B9-D872-58B2-D91EEFAA5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18BB2-9320-2E8A-AC99-A1912D49A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4D7E7-F168-C5AE-25C7-34C0D5921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749EF-01C5-4766-CBA8-89174AA9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83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E33E3-F397-872A-769A-5A24E8209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20FE2D-0E01-9334-A610-3779C0761B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A74DBC-EAA7-C6D7-04FF-22F03E18C3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397D34-3E90-DEFF-D1E7-90F3777013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E042F8-9E0E-E819-D562-D9FCDB557E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2DB35B-7929-F970-9D06-35268ED1C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FF28E4-4A98-FF6C-BC71-3A02BBDE4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BDD02C-56B0-D4F7-B5CD-B1333E5B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131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5B38-8D0D-AA30-46DF-4B14D56A2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E38EF8-04ED-C25C-3DEA-A357F05F0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917BCD-D9E9-AB1E-CD9D-B7191E2E4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BC9E2-FBCA-F741-2D12-6C679015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616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2D0580-9B9C-DDF7-ABC5-0E0B58069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CFFAD8-E8FB-912B-38B8-EA7D37CED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E4C88-AD39-0D09-0B63-BD5DEA742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482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5C54-EEC0-A4EA-53C2-377928AD4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C53E-5F9D-AD73-D6C1-2F8502F6D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27182D-2062-551B-6B32-DA3D4776D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069B2B-9E3F-201F-B237-87A60A4EC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E6F7C7-75AA-B1CC-B512-876B300B4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3EE90-3B4B-4D4C-A77E-C6DD8798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1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B851F-B482-102C-6779-F0A5F37D0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20B2B-25AC-8A07-2835-E5B3EBF70B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1BFD78-D5DC-B20D-D880-CE1F30446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3701B-7C5F-398C-0FCD-D0B67B21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550B2-D5E4-E60A-BE40-9E6991800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D0E43-36BD-A86D-7385-C39E64774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299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FA879-AFE7-2335-19DD-BD990F672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D8A0C-D0CD-4082-16B3-DE1F4BB02E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238CB-801F-837D-684B-0E1BB0CE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11F22-94D8-AE16-4837-C442C65B7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EAFA-BC68-72BA-492F-E2DFA031E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48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0CC54F-D604-C81E-C5EE-F926904505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615BD-FA9D-F4D2-3676-929F4722FC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33667-100B-EE54-EA65-4DAACC08D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0E5F4-A884-EEBC-714A-D0FEDDA29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F1A66-6427-CD81-AF66-BDD82926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76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D8638F-7923-99EC-4D75-AD92465E3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B9826-1BD3-C5BC-812C-43D752733F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82B20-C581-C390-9A11-D15EBCD46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76C9ED-68B5-024C-9605-8F26FFAEC05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A5279-7BF8-69F3-89A2-38A849E82C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7B612-AE32-ADA5-597C-563383E6B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845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0120-C613-A461-D76E-AB1D13242D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D89A-080B-1180-10EE-92E03003F8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78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Aiden Michael Hammond</dc:creator>
  <cp:lastModifiedBy>Aiden Michael Hammond</cp:lastModifiedBy>
  <cp:revision>1</cp:revision>
  <dcterms:created xsi:type="dcterms:W3CDTF">2025-11-04T16:17:41Z</dcterms:created>
  <dcterms:modified xsi:type="dcterms:W3CDTF">2025-11-04T16:18:11Z</dcterms:modified>
</cp:coreProperties>
</file>
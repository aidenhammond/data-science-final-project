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59" r:id="rId10"/>
    <p:sldId id="260" r:id="rId11"/>
    <p:sldId id="263" r:id="rId12"/>
    <p:sldId id="264" r:id="rId13"/>
    <p:sldId id="265" r:id="rId14"/>
    <p:sldId id="266" r:id="rId15"/>
    <p:sldId id="267" r:id="rId16"/>
    <p:sldId id="268" r:id="rId17"/>
    <p:sldId id="261" r:id="rId18"/>
    <p:sldId id="269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5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2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2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0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3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45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6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2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9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0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6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6C9ED-68B5-024C-9605-8F26FFAEC05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F91E2-692F-A34F-8214-DB914DB67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5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70120-C613-A461-D76E-AB1D13242D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Star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4D89A-080B-1180-10EE-92E03003F8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Aiden Hammond, Sneha </a:t>
            </a:r>
            <a:r>
              <a:rPr lang="en-US" dirty="0" err="1"/>
              <a:t>Kummarapurugu</a:t>
            </a:r>
            <a:r>
              <a:rPr lang="en-US" dirty="0"/>
              <a:t>, Juan Hernandez</a:t>
            </a:r>
          </a:p>
        </p:txBody>
      </p:sp>
    </p:spTree>
    <p:extLst>
      <p:ext uri="{BB962C8B-B14F-4D97-AF65-F5344CB8AC3E}">
        <p14:creationId xmlns:p14="http://schemas.microsoft.com/office/powerpoint/2010/main" val="3189278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AD677-4782-7492-D832-AF5E12188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63" y="430924"/>
            <a:ext cx="11517805" cy="860151"/>
          </a:xfrm>
          <a:noFill/>
        </p:spPr>
        <p:txBody>
          <a:bodyPr>
            <a:normAutofit fontScale="90000"/>
          </a:bodyPr>
          <a:lstStyle/>
          <a:p>
            <a:r>
              <a:rPr lang="en-US" b="1" u="sng" dirty="0"/>
              <a:t>Our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F81E1-9E29-5FF7-132A-D8EA52751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45021"/>
            <a:ext cx="10515600" cy="4487917"/>
          </a:xfrm>
        </p:spPr>
        <p:txBody>
          <a:bodyPr anchor="ctr"/>
          <a:lstStyle/>
          <a:p>
            <a:pPr algn="just"/>
            <a:r>
              <a:rPr lang="en-US" sz="3600" dirty="0"/>
              <a:t>The goal of this project is to use the key stellar features to build and evaluate classification models that predict a star's type into one of the target labels. The target labels for prediction are: Red Dwarf, Brown Dwarf, White Dwarf, Main Sequence, </a:t>
            </a:r>
            <a:r>
              <a:rPr lang="en-US" sz="3600" dirty="0" err="1"/>
              <a:t>Supergiants</a:t>
            </a:r>
            <a:r>
              <a:rPr lang="en-US" sz="3600" dirty="0"/>
              <a:t>, and Hypergiants.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252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C1C5-2FA2-2E71-1AF9-2DFF75EA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65451-7F0B-0DC9-626B-AAFBDFFF3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4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323104-F295-BF1D-AF74-73C2BA88D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894" y="0"/>
            <a:ext cx="9224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72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47E5DC-DC93-C461-77DA-02A48D363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8" y="0"/>
            <a:ext cx="10363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2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FDF237-FEAF-A3D7-1050-D0E29FC84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88" y="0"/>
            <a:ext cx="10363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73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37EA35-0C02-C580-4BF4-74905488C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610" y="0"/>
            <a:ext cx="7398779" cy="685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4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4C7296-0382-AF7F-07BC-64C73EE55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0"/>
            <a:ext cx="7772400" cy="2722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4AAAB9-E5FB-D9DF-1C00-B505BEFBB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359" y="2728261"/>
            <a:ext cx="4593281" cy="412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9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C611-88F6-CF17-FCA3-B9AC30C1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Star Types using the Decision Tree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0D355-73DE-53C3-FC59-AF6AF3B4C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78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31FD-CC01-AF3F-91D8-C8977338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Star Types using K-Nearest Neighbor model (KNN)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057B9-C75F-5F81-D8A7-0B9D28816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514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32782-94D6-3226-49ED-8CF6B5D0D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</a:t>
            </a:r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6D0587C-6590-4605-1667-9AF0D626A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3395" y="356641"/>
            <a:ext cx="5092561" cy="5003441"/>
          </a:xfrm>
          <a:prstGeom prst="rect">
            <a:avLst/>
          </a:prstGeom>
        </p:spPr>
      </p:pic>
      <p:pic>
        <p:nvPicPr>
          <p:cNvPr id="8" name="Picture 7" descr="A white background with red and green text&#10;&#10;AI-generated content may be incorrect.">
            <a:extLst>
              <a:ext uri="{FF2B5EF4-FFF2-40B4-BE49-F238E27FC236}">
                <a16:creationId xmlns:a16="http://schemas.microsoft.com/office/drawing/2014/main" id="{246DB88E-5C4F-B119-AE99-42C704AE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395" y="5360082"/>
            <a:ext cx="5092561" cy="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19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52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70504723-4847-B279-DB59-39EF153D1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5" cy="5571066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69A3A004-2FCC-A839-4F4D-82CD19D047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4524" y="-102476"/>
            <a:ext cx="3683876" cy="368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3DA6D3CD-0363-BB44-5B18-5AE58A0421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26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A0D0AB7-2806-F5F3-AB0D-DAE25B3E4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7" y="182416"/>
            <a:ext cx="5708073" cy="3187696"/>
          </a:xfrm>
          <a:prstGeom prst="rect">
            <a:avLst/>
          </a:prstGeom>
          <a:ln>
            <a:solidFill>
              <a:srgbClr val="7030A0"/>
            </a:solidFill>
            <a:prstDash val="lgDash"/>
          </a:ln>
        </p:spPr>
      </p:pic>
      <p:pic>
        <p:nvPicPr>
          <p:cNvPr id="8" name="Picture 7" descr="A blue and white graph&#10;&#10;AI-generated content may be incorrect.">
            <a:extLst>
              <a:ext uri="{FF2B5EF4-FFF2-40B4-BE49-F238E27FC236}">
                <a16:creationId xmlns:a16="http://schemas.microsoft.com/office/drawing/2014/main" id="{67A3B431-8199-64B7-B948-B245CCB6F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684" y="182416"/>
            <a:ext cx="4535626" cy="302375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9AE9C298-A721-DA02-D62C-A3BF0E745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684" y="3560627"/>
            <a:ext cx="4535626" cy="30237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1A4306-79BD-7FBC-2973-91B4FF8600D1}"/>
              </a:ext>
            </a:extLst>
          </p:cNvPr>
          <p:cNvSpPr txBox="1"/>
          <p:nvPr/>
        </p:nvSpPr>
        <p:spPr>
          <a:xfrm>
            <a:off x="387928" y="3985170"/>
            <a:ext cx="5708072" cy="193899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Initial Experiment with K=5 with split train/test (80/20)</a:t>
            </a:r>
          </a:p>
        </p:txBody>
      </p:sp>
    </p:spTree>
    <p:extLst>
      <p:ext uri="{BB962C8B-B14F-4D97-AF65-F5344CB8AC3E}">
        <p14:creationId xmlns:p14="http://schemas.microsoft.com/office/powerpoint/2010/main" val="2743876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DE0FE3D7-838F-70A0-7E5E-569460B2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17" y="64294"/>
            <a:ext cx="3545251" cy="672941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 descr="A table of numbers and a train&#10;&#10;AI-generated content may be incorrect.">
            <a:extLst>
              <a:ext uri="{FF2B5EF4-FFF2-40B4-BE49-F238E27FC236}">
                <a16:creationId xmlns:a16="http://schemas.microsoft.com/office/drawing/2014/main" id="{7D838CB4-2840-A484-8589-F92CA950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579" y="100727"/>
            <a:ext cx="3545251" cy="66929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5AEC4A-D94A-6DB4-816B-D59BC171CAA1}"/>
              </a:ext>
            </a:extLst>
          </p:cNvPr>
          <p:cNvSpPr txBox="1"/>
          <p:nvPr/>
        </p:nvSpPr>
        <p:spPr>
          <a:xfrm>
            <a:off x="7983216" y="1246614"/>
            <a:ext cx="3843338" cy="440120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Ran 94 experiments of KNN models with different K’s ranging from 1 to 94 to observe accuracy</a:t>
            </a:r>
          </a:p>
        </p:txBody>
      </p:sp>
    </p:spTree>
    <p:extLst>
      <p:ext uri="{BB962C8B-B14F-4D97-AF65-F5344CB8AC3E}">
        <p14:creationId xmlns:p14="http://schemas.microsoft.com/office/powerpoint/2010/main" val="3955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4FBB33D3-EEA2-A3B9-64C6-F2F5942C4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84" y="220521"/>
            <a:ext cx="9952831" cy="641695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9361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blue and white graph&#10;&#10;AI-generated content may be incorrect.">
            <a:extLst>
              <a:ext uri="{FF2B5EF4-FFF2-40B4-BE49-F238E27FC236}">
                <a16:creationId xmlns:a16="http://schemas.microsoft.com/office/drawing/2014/main" id="{FFAF5CC4-22E4-93FF-04BE-FCFA432574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01" t="5223" r="14921" b="1"/>
          <a:stretch>
            <a:fillRect/>
          </a:stretch>
        </p:blipFill>
        <p:spPr>
          <a:xfrm>
            <a:off x="321732" y="857250"/>
            <a:ext cx="5668684" cy="5443557"/>
          </a:xfrm>
          <a:prstGeom prst="rect">
            <a:avLst/>
          </a:prstGeom>
        </p:spPr>
      </p:pic>
      <p:pic>
        <p:nvPicPr>
          <p:cNvPr id="3" name="Picture 2" descr="A blue and white graph&#10;&#10;AI-generated content may be incorrect.">
            <a:extLst>
              <a:ext uri="{FF2B5EF4-FFF2-40B4-BE49-F238E27FC236}">
                <a16:creationId xmlns:a16="http://schemas.microsoft.com/office/drawing/2014/main" id="{90A02793-AD4A-1FFC-67DF-0439B9976A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90" t="5224" r="14960" b="1"/>
          <a:stretch>
            <a:fillRect/>
          </a:stretch>
        </p:blipFill>
        <p:spPr>
          <a:xfrm>
            <a:off x="6195375" y="857249"/>
            <a:ext cx="5674893" cy="544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6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A1A8-4A85-F450-47DC-087C273E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5267-615A-BED3-41ED-79D3285D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Star Types using the OPTICS model</a:t>
            </a:r>
          </a:p>
        </p:txBody>
      </p:sp>
    </p:spTree>
    <p:extLst>
      <p:ext uri="{BB962C8B-B14F-4D97-AF65-F5344CB8AC3E}">
        <p14:creationId xmlns:p14="http://schemas.microsoft.com/office/powerpoint/2010/main" val="1897258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51BD7-B5CB-A550-5AC7-273092236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71B62BE2-F600-0B03-1C39-6A309203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46AFD-2827-9B41-A0F3-A28446D7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CACF7A-1A0E-2CB3-03E4-729F49FCF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365" y="2909500"/>
            <a:ext cx="7243683" cy="66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784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F465EB-AC84-54C4-28BD-D3E8A958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1892300"/>
            <a:ext cx="75057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61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2D59C8-31B7-C60B-D1DB-3646D2E65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818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630101-9D34-E803-3E39-639711E96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950" y="5001397"/>
            <a:ext cx="33401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00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</TotalTime>
  <Words>130</Words>
  <Application>Microsoft Macintosh PowerPoint</Application>
  <PresentationFormat>Widescreen</PresentationFormat>
  <Paragraphs>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2013 - 2022 Theme</vt:lpstr>
      <vt:lpstr>Predicting Star Types</vt:lpstr>
      <vt:lpstr>Our Objective</vt:lpstr>
      <vt:lpstr>Exploratory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Predicting Star Types using the Decision Tree model</vt:lpstr>
      <vt:lpstr>Predicting Star Types using K-Nearest Neighbor model (KNN)</vt:lpstr>
      <vt:lpstr>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Predicting Star Types using the OPTICS model</vt:lpstr>
      <vt:lpstr>Code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Aiden Michael Hammond</dc:creator>
  <cp:lastModifiedBy>Aiden Michael Hammond</cp:lastModifiedBy>
  <cp:revision>3</cp:revision>
  <dcterms:created xsi:type="dcterms:W3CDTF">2025-11-04T16:17:41Z</dcterms:created>
  <dcterms:modified xsi:type="dcterms:W3CDTF">2025-11-13T15:27:59Z</dcterms:modified>
</cp:coreProperties>
</file>